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C1033-6BD0-427D-99AB-D328B090E398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BB4A2-25A3-4A08-85A4-A20FB2EB86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382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BB4A2-25A3-4A08-85A4-A20FB2EB861C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7099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60D7-2AE3-4D30-84A0-BC844ECD1258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12A7-7DB7-4725-B116-0CD6BA061E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8313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60D7-2AE3-4D30-84A0-BC844ECD1258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12A7-7DB7-4725-B116-0CD6BA061E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38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60D7-2AE3-4D30-84A0-BC844ECD1258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12A7-7DB7-4725-B116-0CD6BA061E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1498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60D7-2AE3-4D30-84A0-BC844ECD1258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12A7-7DB7-4725-B116-0CD6BA061E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8979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60D7-2AE3-4D30-84A0-BC844ECD1258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12A7-7DB7-4725-B116-0CD6BA061E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5021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60D7-2AE3-4D30-84A0-BC844ECD1258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12A7-7DB7-4725-B116-0CD6BA061E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6032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60D7-2AE3-4D30-84A0-BC844ECD1258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12A7-7DB7-4725-B116-0CD6BA061E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0239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60D7-2AE3-4D30-84A0-BC844ECD1258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12A7-7DB7-4725-B116-0CD6BA061E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4970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60D7-2AE3-4D30-84A0-BC844ECD1258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12A7-7DB7-4725-B116-0CD6BA061E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529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60D7-2AE3-4D30-84A0-BC844ECD1258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12A7-7DB7-4725-B116-0CD6BA061E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0863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60D7-2AE3-4D30-84A0-BC844ECD1258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12A7-7DB7-4725-B116-0CD6BA061E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975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60D7-2AE3-4D30-84A0-BC844ECD1258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12A7-7DB7-4725-B116-0CD6BA061EFF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8225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60D7-2AE3-4D30-84A0-BC844ECD1258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12A7-7DB7-4725-B116-0CD6BA061E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8324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60D7-2AE3-4D30-84A0-BC844ECD1258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12A7-7DB7-4725-B116-0CD6BA061E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318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60D7-2AE3-4D30-84A0-BC844ECD1258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12A7-7DB7-4725-B116-0CD6BA061E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30877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60D7-2AE3-4D30-84A0-BC844ECD1258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12A7-7DB7-4725-B116-0CD6BA061E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34487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60D7-2AE3-4D30-84A0-BC844ECD1258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12A7-7DB7-4725-B116-0CD6BA061E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0599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A3960D7-2AE3-4D30-84A0-BC844ECD1258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812A7-7DB7-4725-B116-0CD6BA061E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0308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12F571-3EE1-98B1-C1D6-295F8ABBC1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 dirty="0"/>
              <a:t>SISTEMA DE GESTÃO DE ALTA PERFORMANCE </a:t>
            </a:r>
          </a:p>
        </p:txBody>
      </p:sp>
    </p:spTree>
    <p:extLst>
      <p:ext uri="{BB962C8B-B14F-4D97-AF65-F5344CB8AC3E}">
        <p14:creationId xmlns:p14="http://schemas.microsoft.com/office/powerpoint/2010/main" val="338300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26613-C397-E9F0-35C0-2FC7D8359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ACOMPANHAMENTO DIARIO DE VENDAS + RANKING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B7CFC95-2706-1C27-5020-C62B7ABA0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313" y="2726321"/>
            <a:ext cx="8947150" cy="284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532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B38BFC-43BB-85A0-3C4F-CC6129648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PRENCHIMENTO VIA FORMS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9C296E1-528C-21E0-2A87-17C67962FF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5901" y="2091335"/>
            <a:ext cx="6210949" cy="372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629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1B1713F-DE51-6356-01B3-123182BF07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3382" y="1253331"/>
            <a:ext cx="43965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94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123F6-1A90-0F90-B8B9-CD77635B8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605088" cy="3878263"/>
          </a:xfrm>
        </p:spPr>
        <p:txBody>
          <a:bodyPr>
            <a:normAutofit/>
          </a:bodyPr>
          <a:lstStyle/>
          <a:p>
            <a:pPr algn="ctr"/>
            <a:r>
              <a:rPr lang="pt-BR" sz="2800" dirty="0"/>
              <a:t>DATA DEVE SER SEMPRE SER REFERENTE AO DIA ATUAL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9522C1B-A7D6-D322-1FE4-CD072B336D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4981" y="2052638"/>
            <a:ext cx="3783814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969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440CC9-3BD5-CFA8-8124-0D1CB56CE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2776538" cy="5492750"/>
          </a:xfrm>
        </p:spPr>
        <p:txBody>
          <a:bodyPr>
            <a:normAutofit/>
          </a:bodyPr>
          <a:lstStyle/>
          <a:p>
            <a:pPr algn="ctr"/>
            <a:r>
              <a:rPr lang="pt-BR" sz="2400" dirty="0"/>
              <a:t>LEAD TOTAL REFERENTE AO DIA ANTERIR</a:t>
            </a:r>
            <a:br>
              <a:rPr lang="pt-BR" sz="2400" dirty="0"/>
            </a:br>
            <a:r>
              <a:rPr lang="pt-BR" sz="2400" dirty="0"/>
              <a:t>VENDAS DIA ANTERIOR</a:t>
            </a:r>
            <a:br>
              <a:rPr lang="pt-BR" sz="2400" dirty="0"/>
            </a:br>
            <a:r>
              <a:rPr lang="pt-BR" sz="2400" dirty="0"/>
              <a:t>AGENDAMENTOS DIA ATUAL</a:t>
            </a:r>
            <a:br>
              <a:rPr lang="pt-BR" sz="2400" dirty="0"/>
            </a:br>
            <a:r>
              <a:rPr lang="pt-BR" sz="2400" dirty="0"/>
              <a:t>COMPARECIMENTO DE VISITA DIA ANTERIOR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5A7AD62-0F15-6499-ABF3-06735D16E7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6010" y="2052638"/>
            <a:ext cx="3661755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603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78208F-E9F8-978E-B1BD-385737807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RELATORIO DIARIO </a:t>
            </a:r>
            <a:br>
              <a:rPr lang="pt-BR" dirty="0"/>
            </a:br>
            <a:r>
              <a:rPr lang="pt-BR" sz="2700" dirty="0"/>
              <a:t>Envio diário as 10:30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E9274EC-2D99-9DD9-6543-6E6506595F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6017" y="2164279"/>
            <a:ext cx="2981741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888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D5226-B069-EBCD-02A6-831BB38D0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dirty="0"/>
              <a:t>MENSAGEM PADRÃO PARA ENVIO DIARIO NO GRUPO DO WHATSAPP 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F1F622F-0F8E-2893-667C-25F368807E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2740" y="2052638"/>
            <a:ext cx="2208295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318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66C58B-2644-5B09-38B4-44E80C1A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FEEDBACK SEMANAL: TODA SEGUNDA FEIRAS AS 12:30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255B37F-978D-B9EF-066D-55E9A3D4A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5918" y="2052638"/>
            <a:ext cx="6801939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674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DD1F2-73B4-12FB-03CC-3CC4E769D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PLANILHA PARA SER USADA EM FEEDBACK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D801D7A-EAB0-27A5-4AF1-CFB326AC19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38453" y="2052638"/>
            <a:ext cx="6876870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4828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81</TotalTime>
  <Words>75</Words>
  <Application>Microsoft Office PowerPoint</Application>
  <PresentationFormat>Widescreen</PresentationFormat>
  <Paragraphs>10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Calibri</vt:lpstr>
      <vt:lpstr>Century Gothic</vt:lpstr>
      <vt:lpstr>Wingdings 3</vt:lpstr>
      <vt:lpstr>Íon</vt:lpstr>
      <vt:lpstr>SISTEMA DE GESTÃO DE ALTA PERFORMANCE </vt:lpstr>
      <vt:lpstr>ACOMPANHAMENTO DIARIO DE VENDAS + RANKING</vt:lpstr>
      <vt:lpstr>PRENCHIMENTO VIA FORMS</vt:lpstr>
      <vt:lpstr>Apresentação do PowerPoint</vt:lpstr>
      <vt:lpstr>DATA DEVE SER SEMPRE SER REFERENTE AO DIA ATUAL</vt:lpstr>
      <vt:lpstr>LEAD TOTAL REFERENTE AO DIA ANTERIR VENDAS DIA ANTERIOR AGENDAMENTOS DIA ATUAL COMPARECIMENTO DE VISITA DIA ANTERIOR</vt:lpstr>
      <vt:lpstr>RELATORIO DIARIO  Envio diário as 10:30</vt:lpstr>
      <vt:lpstr>MENSAGEM PADRÃO PARA ENVIO DIARIO NO GRUPO DO WHATSAPP </vt:lpstr>
      <vt:lpstr>FEEDBACK SEMANAL: TODA SEGUNDA FEIRAS AS 12:30</vt:lpstr>
      <vt:lpstr>PLANILHA PARA SER USADA EM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José Roberto</dc:creator>
  <cp:lastModifiedBy>José Roberto</cp:lastModifiedBy>
  <cp:revision>1</cp:revision>
  <dcterms:created xsi:type="dcterms:W3CDTF">2026-02-23T13:15:03Z</dcterms:created>
  <dcterms:modified xsi:type="dcterms:W3CDTF">2026-02-23T14:36:51Z</dcterms:modified>
</cp:coreProperties>
</file>